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Commitment To Environment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MONAI | Category: MEDICAL_HEALTH</a:t>
            </a:r>
          </a:p>
          <a:p>
            <a:r>
              <a:rPr sz="1400"/>
              <a:t>Upstream: https://github.com/Project-MONAI/MONAI (Apache 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commitment to environment for the Anticloud integration of MONAI.</a:t>
            </a:r>
          </a:p>
          <a:p>
            <a:r>
              <a:rPr sz="1400"/>
              <a:t>Medical AI framework for imaging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MONAI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